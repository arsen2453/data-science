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3"/>
    <p:sldId id="257" r:id="rId4"/>
    <p:sldId id="258" r:id="rId5"/>
    <p:sldId id="259" r:id="rId6"/>
    <p:sldId id="260" r:id="rId7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41521632" name="Arsen Xl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60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handoutMaster" Target="handoutMasters/handoutMaster1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commentAuthors" Target="commentAuthors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641521632" dt="2025-08-27T23:52:37.060" idx="1">
    <p:pos x="10" y="10"/>
    <p:text/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/>
              <a:t>Second level 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 smtClean="0"/>
              <a:t>Second level</a:t>
            </a:r>
            <a:endParaRPr lang="en-US" dirty="0" smtClean="0"/>
          </a:p>
          <a:p>
            <a:pPr lvl="2"/>
            <a:r>
              <a:rPr lang="en-US" dirty="0" smtClean="0"/>
              <a:t>Third level</a:t>
            </a:r>
            <a:endParaRPr lang="en-US" dirty="0"/>
          </a:p>
          <a:p>
            <a:pPr lvl="3"/>
            <a:r>
              <a:rPr lang="en-US" dirty="0" smtClean="0"/>
              <a:t>Fourth level</a:t>
            </a:r>
            <a:endParaRPr lang="en-US" dirty="0"/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419860" y="623570"/>
            <a:ext cx="9220835" cy="1873885"/>
          </a:xfrm>
        </p:spPr>
        <p:txBody>
          <a:bodyPr>
            <a:normAutofit/>
          </a:bodyPr>
          <a:p>
            <a:pPr>
              <a:lnSpc>
                <a:spcPct val="100000"/>
              </a:lnSpc>
            </a:pPr>
            <a:br>
              <a:rPr lang="en-US" altLang="en-US" sz="3200" b="1"/>
            </a:br>
            <a:r>
              <a:rPr lang="en-US" altLang="en-US" sz="3200" b="1"/>
              <a:t>Алмазов </a:t>
            </a:r>
            <a:r>
              <a:rPr lang="en-US" altLang="en-US" sz="3200" b="1"/>
              <a:t>Арсен</a:t>
            </a:r>
            <a:r>
              <a:rPr lang="en-US" altLang="ru-RU" sz="3200" b="1"/>
              <a:t> </a:t>
            </a:r>
            <a:r>
              <a:rPr lang="en-US" altLang="en-US" sz="3200" b="1"/>
              <a:t>Алмазов</a:t>
            </a:r>
            <a:r>
              <a:rPr lang="en-US" altLang="en-US" sz="3200" b="1"/>
              <a:t>ич</a:t>
            </a:r>
            <a:r>
              <a:rPr lang="en-US" altLang="ru-RU" sz="3200" b="1"/>
              <a:t>: </a:t>
            </a:r>
            <a:r>
              <a:rPr lang="en-US" altLang="en-US" sz="3200" b="1"/>
              <a:t>от</a:t>
            </a:r>
            <a:r>
              <a:rPr lang="en-US" altLang="ru-RU" sz="3200" b="1"/>
              <a:t> </a:t>
            </a:r>
            <a:r>
              <a:rPr lang="en-US" altLang="en-US" sz="3200" b="1"/>
              <a:t>склада</a:t>
            </a:r>
            <a:r>
              <a:rPr lang="en-US" altLang="ru-RU" sz="3200" b="1"/>
              <a:t> </a:t>
            </a:r>
            <a:r>
              <a:rPr lang="en-US" altLang="en-US" sz="3200" b="1"/>
              <a:t>к</a:t>
            </a:r>
            <a:r>
              <a:rPr lang="en-US" altLang="ru-RU" sz="3200" b="1"/>
              <a:t> </a:t>
            </a:r>
            <a:r>
              <a:rPr lang="en-US" altLang="en-US" sz="3200" b="1"/>
              <a:t>данным</a:t>
            </a:r>
            <a:br>
              <a:rPr lang="en-US" altLang="en-US" sz="1780"/>
            </a:br>
            <a:br>
              <a:rPr lang="en-US" altLang="ru-RU" sz="1780"/>
            </a:br>
            <a:endParaRPr lang="en-US" altLang="ru-RU" sz="178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419860" y="2497455"/>
            <a:ext cx="9221470" cy="3695065"/>
          </a:xfrm>
        </p:spPr>
        <p:txBody>
          <a:bodyPr>
            <a:noAutofit/>
          </a:bodyPr>
          <a:p>
            <a:r>
              <a:rPr lang="en-US" altLang="en-US" sz="2300" b="1">
                <a:solidFill>
                  <a:schemeClr val="tx1"/>
                </a:solidFill>
                <a:sym typeface="+mn-ea"/>
              </a:rPr>
              <a:t>Мне</a:t>
            </a:r>
            <a:r>
              <a:rPr lang="en-US" altLang="ru-RU" sz="2300" b="1">
                <a:solidFill>
                  <a:schemeClr val="tx1"/>
                </a:solidFill>
                <a:sym typeface="+mn-ea"/>
              </a:rPr>
              <a:t> 25 </a:t>
            </a:r>
            <a:r>
              <a:rPr lang="en-US" altLang="en-US" sz="2300" b="1">
                <a:solidFill>
                  <a:schemeClr val="tx1"/>
                </a:solidFill>
                <a:sym typeface="+mn-ea"/>
              </a:rPr>
              <a:t>лет</a:t>
            </a:r>
            <a:br>
              <a:rPr lang="en-US" altLang="ru-RU" sz="2300" b="1">
                <a:solidFill>
                  <a:schemeClr val="tx1"/>
                </a:solidFill>
                <a:sym typeface="+mn-ea"/>
              </a:rPr>
            </a:br>
            <a:br>
              <a:rPr lang="en-US" altLang="ru-RU" sz="2300" b="1">
                <a:solidFill>
                  <a:schemeClr val="tx1"/>
                </a:solidFill>
                <a:sym typeface="+mn-ea"/>
              </a:rPr>
            </a:br>
            <a:r>
              <a:rPr lang="en-US" altLang="en-US" sz="2300" b="1">
                <a:solidFill>
                  <a:schemeClr val="tx1"/>
                </a:solidFill>
                <a:sym typeface="+mn-ea"/>
              </a:rPr>
              <a:t>У</a:t>
            </a:r>
            <a:r>
              <a:rPr lang="en-US" altLang="ru-RU" sz="2300" b="1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2300" b="1">
                <a:solidFill>
                  <a:schemeClr val="tx1"/>
                </a:solidFill>
                <a:sym typeface="+mn-ea"/>
              </a:rPr>
              <a:t>меня</a:t>
            </a:r>
            <a:r>
              <a:rPr lang="en-US" altLang="ru-RU" sz="2300" b="1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2300" b="1">
                <a:solidFill>
                  <a:schemeClr val="tx1"/>
                </a:solidFill>
                <a:sym typeface="+mn-ea"/>
              </a:rPr>
              <a:t>есть</a:t>
            </a:r>
            <a:r>
              <a:rPr lang="en-US" altLang="ru-RU" sz="2300" b="1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2300" b="1">
                <a:solidFill>
                  <a:schemeClr val="tx1"/>
                </a:solidFill>
                <a:sym typeface="+mn-ea"/>
              </a:rPr>
              <a:t>опыт</a:t>
            </a:r>
            <a:r>
              <a:rPr lang="en-US" altLang="ru-RU" sz="2300" b="1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2300" b="1">
                <a:solidFill>
                  <a:schemeClr val="tx1"/>
                </a:solidFill>
                <a:sym typeface="+mn-ea"/>
              </a:rPr>
              <a:t>работы</a:t>
            </a:r>
            <a:r>
              <a:rPr lang="en-US" altLang="ru-RU" sz="2300" b="1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2300" b="1">
                <a:solidFill>
                  <a:schemeClr val="tx1"/>
                </a:solidFill>
                <a:sym typeface="+mn-ea"/>
              </a:rPr>
              <a:t>помощником</a:t>
            </a:r>
            <a:r>
              <a:rPr lang="en-US" altLang="ru-RU" sz="2300" b="1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2300" b="1">
                <a:solidFill>
                  <a:schemeClr val="tx1"/>
                </a:solidFill>
                <a:sym typeface="+mn-ea"/>
              </a:rPr>
              <a:t>кладовщика</a:t>
            </a:r>
            <a:r>
              <a:rPr lang="en-US" altLang="ru-RU" sz="2300" b="1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2300" b="1">
                <a:solidFill>
                  <a:schemeClr val="tx1"/>
                </a:solidFill>
                <a:sym typeface="+mn-ea"/>
              </a:rPr>
              <a:t>на</a:t>
            </a:r>
            <a:r>
              <a:rPr lang="en-US" altLang="ru-RU" sz="2300" b="1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2300" b="1">
                <a:solidFill>
                  <a:schemeClr val="tx1"/>
                </a:solidFill>
                <a:sym typeface="+mn-ea"/>
              </a:rPr>
              <a:t>складе</a:t>
            </a:r>
            <a:r>
              <a:rPr lang="en-US" altLang="ru-RU" sz="2300" b="1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2300" b="1">
                <a:solidFill>
                  <a:schemeClr val="tx1"/>
                </a:solidFill>
                <a:sym typeface="+mn-ea"/>
              </a:rPr>
              <a:t>молочной</a:t>
            </a:r>
            <a:r>
              <a:rPr lang="en-US" altLang="ru-RU" sz="2300" b="1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2300" b="1">
                <a:solidFill>
                  <a:schemeClr val="tx1"/>
                </a:solidFill>
                <a:sym typeface="+mn-ea"/>
              </a:rPr>
              <a:t>продукции</a:t>
            </a:r>
            <a:r>
              <a:rPr lang="en-US" altLang="ru-RU" sz="2300" b="1">
                <a:solidFill>
                  <a:schemeClr val="tx1"/>
                </a:solidFill>
                <a:sym typeface="+mn-ea"/>
              </a:rPr>
              <a:t>.</a:t>
            </a:r>
            <a:br>
              <a:rPr lang="en-US" altLang="ru-RU" sz="2300" b="1">
                <a:solidFill>
                  <a:schemeClr val="tx1"/>
                </a:solidFill>
                <a:sym typeface="+mn-ea"/>
              </a:rPr>
            </a:br>
            <a:br>
              <a:rPr lang="en-US" altLang="ru-RU" sz="2300" b="1">
                <a:solidFill>
                  <a:schemeClr val="tx1"/>
                </a:solidFill>
                <a:sym typeface="+mn-ea"/>
              </a:rPr>
            </a:br>
            <a:r>
              <a:rPr lang="en-US" altLang="en-US" sz="2300" b="1">
                <a:solidFill>
                  <a:schemeClr val="tx1"/>
                </a:solidFill>
              </a:rPr>
              <a:t>Я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увидел</a:t>
            </a:r>
            <a:r>
              <a:rPr lang="en-US" altLang="ru-RU" sz="2300" b="1">
                <a:solidFill>
                  <a:schemeClr val="tx1"/>
                </a:solidFill>
              </a:rPr>
              <a:t>, </a:t>
            </a:r>
            <a:r>
              <a:rPr lang="en-US" altLang="en-US" sz="2300" b="1">
                <a:solidFill>
                  <a:schemeClr val="tx1"/>
                </a:solidFill>
              </a:rPr>
              <a:t>как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много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рутины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можно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автоматизировать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с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помощью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кода</a:t>
            </a:r>
            <a:r>
              <a:rPr lang="en-US" altLang="ru-RU" sz="2300" b="1">
                <a:solidFill>
                  <a:schemeClr val="tx1"/>
                </a:solidFill>
              </a:rPr>
              <a:t>. </a:t>
            </a:r>
            <a:r>
              <a:rPr lang="en-US" altLang="en-US" sz="2300" b="1">
                <a:solidFill>
                  <a:schemeClr val="tx1"/>
                </a:solidFill>
              </a:rPr>
              <a:t>Мне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всегда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нравилось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решать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сложные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задачи</a:t>
            </a:r>
            <a:r>
              <a:rPr lang="en-US" altLang="ru-RU" sz="2300" b="1">
                <a:solidFill>
                  <a:schemeClr val="tx1"/>
                </a:solidFill>
              </a:rPr>
              <a:t>, </a:t>
            </a:r>
            <a:r>
              <a:rPr lang="en-US" altLang="en-US" sz="2300" b="1">
                <a:solidFill>
                  <a:schemeClr val="tx1"/>
                </a:solidFill>
              </a:rPr>
              <a:t>и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я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верю</a:t>
            </a:r>
            <a:r>
              <a:rPr lang="en-US" altLang="ru-RU" sz="2300" b="1">
                <a:solidFill>
                  <a:schemeClr val="tx1"/>
                </a:solidFill>
              </a:rPr>
              <a:t>, </a:t>
            </a:r>
            <a:r>
              <a:rPr lang="en-US" altLang="en-US" sz="2300" b="1">
                <a:solidFill>
                  <a:schemeClr val="tx1"/>
                </a:solidFill>
              </a:rPr>
              <a:t>что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работа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с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данными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позволит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мне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не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только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зарабатывать</a:t>
            </a:r>
            <a:r>
              <a:rPr lang="en-US" altLang="ru-RU" sz="2300" b="1">
                <a:solidFill>
                  <a:schemeClr val="tx1"/>
                </a:solidFill>
              </a:rPr>
              <a:t>, </a:t>
            </a:r>
            <a:r>
              <a:rPr lang="en-US" altLang="en-US" sz="2300" b="1">
                <a:solidFill>
                  <a:schemeClr val="tx1"/>
                </a:solidFill>
              </a:rPr>
              <a:t>но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и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заниматься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тем</a:t>
            </a:r>
            <a:r>
              <a:rPr lang="en-US" altLang="ru-RU" sz="2300" b="1">
                <a:solidFill>
                  <a:schemeClr val="tx1"/>
                </a:solidFill>
              </a:rPr>
              <a:t>, </a:t>
            </a:r>
            <a:r>
              <a:rPr lang="en-US" altLang="en-US" sz="2300" b="1">
                <a:solidFill>
                  <a:schemeClr val="tx1"/>
                </a:solidFill>
              </a:rPr>
              <a:t>что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действительно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интересно</a:t>
            </a:r>
            <a:r>
              <a:rPr lang="en-US" altLang="ru-RU" sz="2300" b="1">
                <a:solidFill>
                  <a:schemeClr val="tx1"/>
                </a:solidFill>
              </a:rPr>
              <a:t> — </a:t>
            </a:r>
            <a:r>
              <a:rPr lang="en-US" altLang="en-US" sz="2300" b="1">
                <a:solidFill>
                  <a:schemeClr val="tx1"/>
                </a:solidFill>
              </a:rPr>
              <a:t>создавать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умные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и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эффективные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решения</a:t>
            </a:r>
            <a:r>
              <a:rPr lang="en-US" altLang="ru-RU" sz="2300" b="1">
                <a:solidFill>
                  <a:schemeClr val="tx1"/>
                </a:solidFill>
              </a:rPr>
              <a:t>, </a:t>
            </a:r>
            <a:r>
              <a:rPr lang="en-US" altLang="en-US" sz="2300" b="1">
                <a:solidFill>
                  <a:schemeClr val="tx1"/>
                </a:solidFill>
              </a:rPr>
              <a:t>которые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делают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работу</a:t>
            </a:r>
            <a:r>
              <a:rPr lang="en-US" altLang="ru-RU" sz="2300" b="1">
                <a:solidFill>
                  <a:schemeClr val="tx1"/>
                </a:solidFill>
              </a:rPr>
              <a:t> </a:t>
            </a:r>
            <a:r>
              <a:rPr lang="en-US" altLang="en-US" sz="2300" b="1">
                <a:solidFill>
                  <a:schemeClr val="tx1"/>
                </a:solidFill>
              </a:rPr>
              <a:t>проще</a:t>
            </a:r>
            <a:r>
              <a:rPr lang="en-US" altLang="ru-RU" sz="2300" b="1">
                <a:solidFill>
                  <a:schemeClr val="tx1"/>
                </a:solidFill>
              </a:rPr>
              <a:t>.</a:t>
            </a:r>
            <a:endParaRPr lang="en-US" altLang="ru-RU" sz="2300" b="1">
              <a:solidFill>
                <a:schemeClr val="tx1"/>
              </a:solidFill>
            </a:endParaRPr>
          </a:p>
          <a:p>
            <a:endParaRPr lang="en-US" altLang="ru-RU" sz="2300" b="1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advTm="42424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pPr algn="ctr">
              <a:lnSpc>
                <a:spcPct val="120000"/>
              </a:lnSpc>
            </a:pPr>
            <a:r>
              <a:rPr lang="en-US" altLang="en-US">
                <a:sym typeface="+mn-ea"/>
              </a:rPr>
              <a:t>Мой</a:t>
            </a:r>
            <a:r>
              <a:rPr lang="en-US" altLang="ru-RU">
                <a:sym typeface="+mn-ea"/>
              </a:rPr>
              <a:t> </a:t>
            </a:r>
            <a:r>
              <a:rPr lang="en-US" altLang="en-US">
                <a:sym typeface="+mn-ea"/>
              </a:rPr>
              <a:t>технический</a:t>
            </a:r>
            <a:r>
              <a:rPr lang="en-US" altLang="ru-RU">
                <a:sym typeface="+mn-ea"/>
              </a:rPr>
              <a:t> </a:t>
            </a:r>
            <a:r>
              <a:rPr lang="en-US" altLang="en-US">
                <a:sym typeface="+mn-ea"/>
              </a:rPr>
              <a:t>арсенал</a:t>
            </a:r>
            <a:endParaRPr lang="en-US" altLang="ru-RU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25000"/>
          </a:bodyPr>
          <a:p>
            <a:endParaRPr lang="en-US" altLang="ru-RU"/>
          </a:p>
          <a:p>
            <a:r>
              <a:rPr lang="en-US" altLang="ru-RU" sz="8000"/>
              <a:t>Python: </a:t>
            </a:r>
            <a:r>
              <a:rPr lang="en-US" altLang="en-US" sz="8000"/>
              <a:t>Знаю</a:t>
            </a:r>
            <a:r>
              <a:rPr lang="en-US" altLang="ru-RU" sz="8000"/>
              <a:t> </a:t>
            </a:r>
            <a:r>
              <a:rPr lang="en-US" altLang="en-US" sz="8000"/>
              <a:t>основы</a:t>
            </a:r>
            <a:r>
              <a:rPr lang="en-US" altLang="ru-RU" sz="8000"/>
              <a:t> </a:t>
            </a:r>
            <a:r>
              <a:rPr lang="en-US" altLang="en-US" sz="8000"/>
              <a:t>языка</a:t>
            </a:r>
            <a:r>
              <a:rPr lang="en-US" altLang="ru-RU" sz="8000"/>
              <a:t>, </a:t>
            </a:r>
            <a:r>
              <a:rPr lang="en-US" altLang="en-US" sz="8000"/>
              <a:t>умею</a:t>
            </a:r>
            <a:r>
              <a:rPr lang="en-US" altLang="ru-RU" sz="8000"/>
              <a:t> </a:t>
            </a:r>
            <a:r>
              <a:rPr lang="en-US" altLang="en-US" sz="8000"/>
              <a:t>работать</a:t>
            </a:r>
            <a:r>
              <a:rPr lang="en-US" altLang="ru-RU" sz="8000"/>
              <a:t> </a:t>
            </a:r>
            <a:r>
              <a:rPr lang="en-US" altLang="en-US" sz="8000"/>
              <a:t>с</a:t>
            </a:r>
            <a:r>
              <a:rPr lang="en-US" altLang="ru-RU" sz="8000"/>
              <a:t> </a:t>
            </a:r>
            <a:r>
              <a:rPr lang="en-US" altLang="en-US" sz="8000"/>
              <a:t>функциями</a:t>
            </a:r>
            <a:r>
              <a:rPr lang="en-US" altLang="ru-RU" sz="8000"/>
              <a:t> </a:t>
            </a:r>
            <a:r>
              <a:rPr lang="en-US" altLang="en-US" sz="8000"/>
              <a:t>и</a:t>
            </a:r>
            <a:r>
              <a:rPr lang="en-US" altLang="ru-RU" sz="8000"/>
              <a:t> </a:t>
            </a:r>
            <a:r>
              <a:rPr lang="en-US" altLang="en-US" sz="8000"/>
              <a:t>структурами</a:t>
            </a:r>
            <a:r>
              <a:rPr lang="en-US" altLang="ru-RU" sz="8000"/>
              <a:t> </a:t>
            </a:r>
            <a:r>
              <a:rPr lang="en-US" altLang="en-US" sz="8000"/>
              <a:t>данных</a:t>
            </a:r>
            <a:r>
              <a:rPr lang="en-US" altLang="ru-RU" sz="8000"/>
              <a:t>. </a:t>
            </a:r>
            <a:r>
              <a:rPr lang="en-US" altLang="en-US" sz="8000"/>
              <a:t>Практикуюсь</a:t>
            </a:r>
            <a:r>
              <a:rPr lang="en-US" altLang="ru-RU" sz="8000"/>
              <a:t> </a:t>
            </a:r>
            <a:r>
              <a:rPr lang="en-US" altLang="en-US" sz="8000"/>
              <a:t>в</a:t>
            </a:r>
            <a:r>
              <a:rPr lang="en-US" altLang="ru-RU" sz="8000"/>
              <a:t> простых задачах.</a:t>
            </a:r>
            <a:endParaRPr lang="en-US" altLang="ru-RU" sz="8000"/>
          </a:p>
          <a:p>
            <a:endParaRPr lang="en-US" altLang="ru-RU" sz="8000"/>
          </a:p>
          <a:p>
            <a:r>
              <a:rPr lang="en-US" altLang="ru-RU" sz="8000"/>
              <a:t>Web: </a:t>
            </a:r>
            <a:r>
              <a:rPr lang="en-US" altLang="en-US" sz="8000"/>
              <a:t>Базовые</a:t>
            </a:r>
            <a:r>
              <a:rPr lang="en-US" altLang="ru-RU" sz="8000"/>
              <a:t> </a:t>
            </a:r>
            <a:r>
              <a:rPr lang="en-US" altLang="en-US" sz="8000"/>
              <a:t>навыки</a:t>
            </a:r>
            <a:r>
              <a:rPr lang="en-US" altLang="ru-RU" sz="8000"/>
              <a:t> </a:t>
            </a:r>
            <a:r>
              <a:rPr lang="en-US" altLang="en-US" sz="8000"/>
              <a:t>в</a:t>
            </a:r>
            <a:r>
              <a:rPr lang="en-US" altLang="ru-RU" sz="8000"/>
              <a:t> HTML, CSS </a:t>
            </a:r>
            <a:r>
              <a:rPr lang="en-US" altLang="en-US" sz="8000"/>
              <a:t>и</a:t>
            </a:r>
            <a:r>
              <a:rPr lang="en-US" altLang="ru-RU" sz="8000"/>
              <a:t> JavaScript.</a:t>
            </a:r>
            <a:endParaRPr lang="en-US" altLang="ru-RU" sz="8000"/>
          </a:p>
          <a:p>
            <a:endParaRPr lang="en-US" altLang="ru-RU" sz="8000"/>
          </a:p>
          <a:p>
            <a:r>
              <a:rPr lang="en-US" altLang="en-US" sz="8000"/>
              <a:t>Ссылка</a:t>
            </a:r>
            <a:r>
              <a:rPr lang="en-US" altLang="ru-RU" sz="8000"/>
              <a:t> </a:t>
            </a:r>
            <a:r>
              <a:rPr lang="en-US" altLang="en-US" sz="8000"/>
              <a:t>на</a:t>
            </a:r>
            <a:r>
              <a:rPr lang="en-US" altLang="ru-RU" sz="8000"/>
              <a:t> GitHub:</a:t>
            </a:r>
            <a:endParaRPr lang="en-US" altLang="ru-RU" sz="8000"/>
          </a:p>
          <a:p>
            <a:r>
              <a:rPr lang="en-US" altLang="ru-RU" sz="8000"/>
              <a:t>https://github.com/Arsen2453</a:t>
            </a:r>
            <a:endParaRPr lang="en-US" altLang="ru-RU" sz="8000"/>
          </a:p>
          <a:p>
            <a:r>
              <a:rPr lang="en-US" altLang="ru-RU" sz="8000"/>
              <a:t>https://arsen2453.github.io/Vegefoods/</a:t>
            </a:r>
            <a:endParaRPr lang="en-US" altLang="ru-RU" sz="8000"/>
          </a:p>
          <a:p>
            <a:r>
              <a:rPr lang="en-US" altLang="ru-RU" sz="8000"/>
              <a:t>https://arsen2453.github.io/Gamer/</a:t>
            </a:r>
            <a:endParaRPr lang="en-US" altLang="ru-RU" sz="8000"/>
          </a:p>
          <a:p>
            <a:r>
              <a:rPr lang="en-US" altLang="ru-RU" sz="8000"/>
              <a:t>https://arsen2453.github.io/Breakout/</a:t>
            </a:r>
            <a:endParaRPr lang="en-US" altLang="ru-RU" sz="8000"/>
          </a:p>
          <a:p>
            <a:r>
              <a:rPr lang="en-US" altLang="ru-RU" sz="8000"/>
              <a:t>https://arsen2453.github.io/Arsenal/</a:t>
            </a:r>
            <a:endParaRPr lang="en-US" altLang="ru-RU" sz="8000"/>
          </a:p>
          <a:p>
            <a:endParaRPr lang="en-US" altLang="ru-RU" sz="8000"/>
          </a:p>
        </p:txBody>
      </p:sp>
      <p:pic>
        <p:nvPicPr>
          <p:cNvPr id="4" name="Изображение 3" descr="fram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3625" y="3125470"/>
            <a:ext cx="2887345" cy="2887345"/>
          </a:xfrm>
          <a:prstGeom prst="rect">
            <a:avLst/>
          </a:prstGeom>
        </p:spPr>
      </p:pic>
    </p:spTree>
  </p:cSld>
  <p:clrMapOvr>
    <a:masterClrMapping/>
  </p:clrMapOvr>
  <p:transition advTm="35785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US">
                <a:sym typeface="+mn-ea"/>
              </a:rPr>
              <a:t>Целевая</a:t>
            </a:r>
            <a:r>
              <a:rPr lang="en-US" altLang="ru-RU">
                <a:sym typeface="+mn-ea"/>
              </a:rPr>
              <a:t> </a:t>
            </a:r>
            <a:r>
              <a:rPr lang="en-US" altLang="en-US">
                <a:sym typeface="+mn-ea"/>
              </a:rPr>
              <a:t>роль</a:t>
            </a:r>
            <a:r>
              <a:rPr lang="en-US" altLang="ru-RU">
                <a:sym typeface="+mn-ea"/>
              </a:rPr>
              <a:t> </a:t>
            </a:r>
            <a:r>
              <a:rPr lang="en-US" altLang="en-US">
                <a:sym typeface="+mn-ea"/>
              </a:rPr>
              <a:t>и</a:t>
            </a:r>
            <a:r>
              <a:rPr lang="en-US" altLang="ru-RU">
                <a:sym typeface="+mn-ea"/>
              </a:rPr>
              <a:t> </a:t>
            </a:r>
            <a:r>
              <a:rPr lang="en-US" altLang="en-US">
                <a:sym typeface="+mn-ea"/>
              </a:rPr>
              <a:t>рынок</a:t>
            </a:r>
            <a:endParaRPr lang="en-US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279400" y="1646555"/>
            <a:ext cx="10883900" cy="4530725"/>
          </a:xfrm>
        </p:spPr>
        <p:txBody>
          <a:bodyPr>
            <a:noAutofit/>
          </a:bodyPr>
          <a:p>
            <a:pPr algn="l"/>
            <a:r>
              <a:rPr lang="en-US" altLang="en-US" sz="1900"/>
              <a:t>Целевая</a:t>
            </a:r>
            <a:r>
              <a:rPr lang="en-US" altLang="ru-RU" sz="1900"/>
              <a:t> </a:t>
            </a:r>
            <a:r>
              <a:rPr lang="en-US" altLang="en-US" sz="1900"/>
              <a:t>роль</a:t>
            </a:r>
            <a:r>
              <a:rPr lang="en-US" altLang="ru-RU" sz="1900"/>
              <a:t>: Junior Data Scientist, </a:t>
            </a:r>
            <a:endParaRPr lang="en-US" altLang="ru-RU" sz="1900"/>
          </a:p>
          <a:p>
            <a:pPr algn="l"/>
            <a:r>
              <a:rPr lang="en-US" altLang="en-US" sz="1900"/>
              <a:t>с</a:t>
            </a:r>
            <a:r>
              <a:rPr lang="en-US" altLang="ru-RU" sz="1900"/>
              <a:t> </a:t>
            </a:r>
            <a:r>
              <a:rPr lang="en-US" altLang="en-US" sz="1900"/>
              <a:t>акцентом</a:t>
            </a:r>
            <a:r>
              <a:rPr lang="en-US" altLang="ru-RU" sz="1900"/>
              <a:t> </a:t>
            </a:r>
            <a:r>
              <a:rPr lang="en-US" altLang="en-US" sz="1900"/>
              <a:t>на</a:t>
            </a:r>
            <a:r>
              <a:rPr lang="en-US" altLang="ru-RU" sz="1900"/>
              <a:t> </a:t>
            </a:r>
            <a:r>
              <a:rPr lang="en-US" altLang="en-US" sz="1900"/>
              <a:t>финансовые</a:t>
            </a:r>
            <a:r>
              <a:rPr lang="en-US" altLang="ru-RU" sz="1900"/>
              <a:t> </a:t>
            </a:r>
            <a:r>
              <a:rPr lang="en-US" altLang="en-US" sz="1900"/>
              <a:t>сферы</a:t>
            </a:r>
            <a:r>
              <a:rPr lang="en-US" altLang="ru-RU" sz="1900"/>
              <a:t>.</a:t>
            </a:r>
            <a:endParaRPr lang="en-US" altLang="ru-RU" sz="1900"/>
          </a:p>
          <a:p>
            <a:pPr algn="l"/>
            <a:endParaRPr lang="en-US" altLang="ru-RU" sz="1900"/>
          </a:p>
          <a:p>
            <a:pPr algn="l"/>
            <a:r>
              <a:rPr lang="en-US" altLang="en-US" sz="1900"/>
              <a:t>Требования</a:t>
            </a:r>
            <a:r>
              <a:rPr lang="en-US" altLang="ru-RU" sz="1900"/>
              <a:t> </a:t>
            </a:r>
            <a:r>
              <a:rPr lang="en-US" altLang="en-US" sz="1900"/>
              <a:t>рынка</a:t>
            </a:r>
            <a:r>
              <a:rPr lang="en-US" altLang="ru-RU" sz="1900"/>
              <a:t>: </a:t>
            </a:r>
            <a:endParaRPr lang="en-US" altLang="ru-RU" sz="1900"/>
          </a:p>
          <a:p>
            <a:pPr algn="l"/>
            <a:r>
              <a:rPr lang="en-US" altLang="ru-RU" sz="1900"/>
              <a:t>Python (NumPy, pandas).</a:t>
            </a:r>
            <a:endParaRPr lang="en-US" altLang="ru-RU" sz="1900"/>
          </a:p>
          <a:p>
            <a:pPr algn="l"/>
            <a:r>
              <a:rPr lang="en-US" altLang="en-US" sz="1900"/>
              <a:t>Знание</a:t>
            </a:r>
            <a:r>
              <a:rPr lang="en-US" altLang="ru-RU" sz="1900"/>
              <a:t> SQL.</a:t>
            </a:r>
            <a:endParaRPr lang="en-US" altLang="ru-RU" sz="1900"/>
          </a:p>
          <a:p>
            <a:pPr algn="l"/>
            <a:r>
              <a:rPr lang="en-US" altLang="en-US" sz="1900"/>
              <a:t>Опыт</a:t>
            </a:r>
            <a:r>
              <a:rPr lang="en-US" altLang="ru-RU" sz="1900"/>
              <a:t> </a:t>
            </a:r>
            <a:r>
              <a:rPr lang="en-US" altLang="en-US" sz="1900"/>
              <a:t>с</a:t>
            </a:r>
            <a:r>
              <a:rPr lang="en-US" altLang="ru-RU" sz="1900"/>
              <a:t> </a:t>
            </a:r>
            <a:r>
              <a:rPr lang="en-US" altLang="en-US" sz="1900"/>
              <a:t>машинным</a:t>
            </a:r>
            <a:r>
              <a:rPr lang="en-US" altLang="ru-RU" sz="1900"/>
              <a:t> </a:t>
            </a:r>
            <a:r>
              <a:rPr lang="en-US" altLang="en-US" sz="1900"/>
              <a:t>обучением</a:t>
            </a:r>
            <a:r>
              <a:rPr lang="en-US" altLang="ru-RU" sz="1900"/>
              <a:t>.</a:t>
            </a:r>
            <a:endParaRPr lang="en-US" altLang="ru-RU" sz="1900"/>
          </a:p>
          <a:p>
            <a:pPr algn="l"/>
            <a:r>
              <a:rPr lang="en-US" altLang="en-US" sz="1900"/>
              <a:t>Понимание</a:t>
            </a:r>
            <a:r>
              <a:rPr lang="en-US" altLang="ru-RU" sz="1900"/>
              <a:t> </a:t>
            </a:r>
            <a:r>
              <a:rPr lang="en-US" altLang="en-US" sz="1900"/>
              <a:t>статистики</a:t>
            </a:r>
            <a:r>
              <a:rPr lang="en-US" altLang="ru-RU" sz="1900"/>
              <a:t>.</a:t>
            </a:r>
            <a:endParaRPr lang="en-US" altLang="ru-RU" sz="1900"/>
          </a:p>
          <a:p>
            <a:pPr algn="l"/>
            <a:r>
              <a:rPr lang="en-US" altLang="en-US" sz="1900"/>
              <a:t>Умение</a:t>
            </a:r>
            <a:r>
              <a:rPr lang="en-US" altLang="ru-RU" sz="1900"/>
              <a:t> </a:t>
            </a:r>
            <a:r>
              <a:rPr lang="en-US" altLang="en-US" sz="1900"/>
              <a:t>работать</a:t>
            </a:r>
            <a:r>
              <a:rPr lang="en-US" altLang="ru-RU" sz="1900"/>
              <a:t> </a:t>
            </a:r>
            <a:r>
              <a:rPr lang="en-US" altLang="en-US" sz="1900"/>
              <a:t>с</a:t>
            </a:r>
            <a:r>
              <a:rPr lang="en-US" altLang="ru-RU" sz="1900"/>
              <a:t> API.</a:t>
            </a:r>
            <a:endParaRPr lang="en-US" altLang="ru-RU" sz="1900"/>
          </a:p>
        </p:txBody>
      </p:sp>
      <p:pic>
        <p:nvPicPr>
          <p:cNvPr id="4" name="Изображение 3" descr="Screenshot_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7235" y="1508760"/>
            <a:ext cx="6203315" cy="1440180"/>
          </a:xfrm>
          <a:prstGeom prst="rect">
            <a:avLst/>
          </a:prstGeom>
        </p:spPr>
      </p:pic>
      <p:pic>
        <p:nvPicPr>
          <p:cNvPr id="5" name="Изображение 4" descr="Screenshot_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20" y="3106420"/>
            <a:ext cx="6221095" cy="3375025"/>
          </a:xfrm>
          <a:prstGeom prst="rect">
            <a:avLst/>
          </a:prstGeom>
        </p:spPr>
      </p:pic>
      <p:pic>
        <p:nvPicPr>
          <p:cNvPr id="6" name="Изображение 5" descr="Screenshot_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755" y="6239510"/>
            <a:ext cx="3078480" cy="548640"/>
          </a:xfrm>
          <a:prstGeom prst="rect">
            <a:avLst/>
          </a:prstGeom>
        </p:spPr>
      </p:pic>
    </p:spTree>
  </p:cSld>
  <p:clrMapOvr>
    <a:masterClrMapping/>
  </p:clrMapOvr>
  <p:transition advTm="25818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altLang="en-US">
                <a:sym typeface="+mn-ea"/>
              </a:rPr>
              <a:t>Гэп</a:t>
            </a:r>
            <a:r>
              <a:rPr lang="en-US" altLang="ru-RU">
                <a:sym typeface="+mn-ea"/>
              </a:rPr>
              <a:t>-</a:t>
            </a:r>
            <a:r>
              <a:rPr lang="en-US" altLang="en-US">
                <a:sym typeface="+mn-ea"/>
              </a:rPr>
              <a:t>анализ</a:t>
            </a:r>
            <a:r>
              <a:rPr lang="en-US" altLang="ru-RU">
                <a:sym typeface="+mn-ea"/>
              </a:rPr>
              <a:t>: </a:t>
            </a:r>
            <a:r>
              <a:rPr lang="en-US" altLang="en-US">
                <a:sym typeface="+mn-ea"/>
              </a:rPr>
              <a:t>что</a:t>
            </a:r>
            <a:r>
              <a:rPr lang="en-US" altLang="ru-RU">
                <a:sym typeface="+mn-ea"/>
              </a:rPr>
              <a:t> </a:t>
            </a:r>
            <a:r>
              <a:rPr lang="en-US" altLang="en-US">
                <a:sym typeface="+mn-ea"/>
              </a:rPr>
              <a:t>нужно</a:t>
            </a:r>
            <a:r>
              <a:rPr lang="en-US" altLang="ru-RU">
                <a:sym typeface="+mn-ea"/>
              </a:rPr>
              <a:t> </a:t>
            </a:r>
            <a:r>
              <a:rPr lang="en-US" altLang="en-US">
                <a:sym typeface="+mn-ea"/>
              </a:rPr>
              <a:t>подтянуть</a:t>
            </a:r>
            <a:endParaRPr lang="en-US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647700" y="1584325"/>
            <a:ext cx="8692515" cy="575310"/>
          </a:xfrm>
        </p:spPr>
        <p:txBody>
          <a:bodyPr>
            <a:noAutofit/>
          </a:bodyPr>
          <a:p>
            <a:r>
              <a:rPr lang="en-US" altLang="en-US" sz="3500"/>
              <a:t>План</a:t>
            </a:r>
            <a:r>
              <a:rPr lang="en-US" altLang="ru-RU" sz="3500"/>
              <a:t> </a:t>
            </a:r>
            <a:r>
              <a:rPr lang="en-US" altLang="en-US" sz="3500"/>
              <a:t>развития</a:t>
            </a:r>
            <a:r>
              <a:rPr lang="en-US" altLang="ru-RU" sz="3500"/>
              <a:t>: </a:t>
            </a:r>
            <a:r>
              <a:rPr lang="en-US" altLang="en-US" sz="3500"/>
              <a:t>от</a:t>
            </a:r>
            <a:r>
              <a:rPr lang="en-US" altLang="ru-RU" sz="3500"/>
              <a:t> </a:t>
            </a:r>
            <a:r>
              <a:rPr lang="en-US" altLang="en-US" sz="3500"/>
              <a:t>навыков</a:t>
            </a:r>
            <a:r>
              <a:rPr lang="en-US" altLang="ru-RU" sz="3500"/>
              <a:t> </a:t>
            </a:r>
            <a:r>
              <a:rPr lang="en-US" altLang="en-US" sz="3500"/>
              <a:t>к</a:t>
            </a:r>
            <a:r>
              <a:rPr lang="en-US" altLang="ru-RU" sz="3500"/>
              <a:t> </a:t>
            </a:r>
            <a:r>
              <a:rPr lang="en-US" altLang="en-US" sz="3500"/>
              <a:t>карьере</a:t>
            </a:r>
            <a:endParaRPr lang="en-US" altLang="en-US" sz="3500"/>
          </a:p>
        </p:txBody>
      </p:sp>
      <p:graphicFrame>
        <p:nvGraphicFramePr>
          <p:cNvPr id="4" name="Таблица 3"/>
          <p:cNvGraphicFramePr/>
          <p:nvPr>
            <p:custDataLst>
              <p:tags r:id="rId1"/>
            </p:custDataLst>
          </p:nvPr>
        </p:nvGraphicFramePr>
        <p:xfrm>
          <a:off x="647700" y="2490470"/>
          <a:ext cx="10412095" cy="371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1995"/>
                <a:gridCol w="2105025"/>
                <a:gridCol w="5045075"/>
              </a:tblGrid>
              <a:tr h="635635">
                <a:tc>
                  <a:txBody>
                    <a:bodyPr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  <a:sym typeface="+mn-ea"/>
                        </a:rPr>
                        <a:t>Требование</a:t>
                      </a:r>
                      <a:endParaRPr lang="en-US" altLang="en-US" sz="1800" spc="120">
                        <a:latin typeface="Microsoft YaHei" panose="020B0503020204020204" charset="-122"/>
                        <a:ea typeface="Microsoft YaHei" panose="020B0503020204020204" charset="-122"/>
                        <a:sym typeface="+mn-ea"/>
                      </a:endParaRPr>
                    </a:p>
                  </a:txBody>
                  <a:tcPr marL="177800" marR="177800" marT="6350" marB="6350" anchor="ctr"/>
                </a:tc>
                <a:tc>
                  <a:txBody>
                    <a:bodyPr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Мой уровень</a:t>
                      </a:r>
                      <a:endParaRPr lang="en-US" altLang="en-US" sz="1800" spc="120"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marL="177800" marR="177800" marT="6350" marB="6350" anchor="ctr"/>
                </a:tc>
                <a:tc>
                  <a:txBody>
                    <a:bodyPr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План</a:t>
                      </a:r>
                      <a:endParaRPr lang="en-US" altLang="en-US" sz="1800" spc="120"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marL="177800" marR="177800" marT="6350" marB="6350" anchor="ctr"/>
                </a:tc>
              </a:tr>
              <a:tr h="1066800">
                <a:tc>
                  <a:txBody>
                    <a:bodyPr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  <a:sym typeface="+mn-ea"/>
                        </a:rPr>
                        <a:t>Python DS-стек (pandas, numpy)</a:t>
                      </a:r>
                      <a:endParaRPr lang="en-US" altLang="ru-RU" sz="1800" spc="120">
                        <a:latin typeface="Microsoft YaHei" panose="020B0503020204020204" charset="-122"/>
                        <a:ea typeface="Microsoft YaHei" panose="020B0503020204020204" charset="-122"/>
                        <a:sym typeface="+mn-ea"/>
                      </a:endParaRPr>
                    </a:p>
                  </a:txBody>
                  <a:tcPr marL="177800" marR="177800" marT="6350" marB="6350" anchor="ctr"/>
                </a:tc>
                <a:tc>
                  <a:txBody>
                    <a:bodyPr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Начальный</a:t>
                      </a:r>
                      <a:endParaRPr lang="en-US" altLang="en-US" sz="1800" spc="120"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marL="177800" marR="177800" marT="6350" marB="6350" anchor="ctr"/>
                </a:tc>
                <a:tc>
                  <a:txBody>
                    <a:bodyPr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Активно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использовать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эти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библиотеки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в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каждом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домашнем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задании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курса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</a:t>
                      </a:r>
                      <a:endParaRPr lang="en-US" altLang="ru-RU" sz="1800" spc="120"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marL="177800" marR="177800" marT="6350" marB="6350" anchor="ctr"/>
                </a:tc>
              </a:tr>
              <a:tr h="547370">
                <a:tc>
                  <a:txBody>
                    <a:bodyPr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SQL</a:t>
                      </a:r>
                      <a:endParaRPr lang="en-US" altLang="ru-RU" sz="1800" spc="120"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marL="177800" marR="177800" marT="6350" marB="6350" anchor="ctr"/>
                </a:tc>
                <a:tc>
                  <a:txBody>
                    <a:bodyPr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Не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знаю</a:t>
                      </a:r>
                      <a:endParaRPr lang="en-US" altLang="en-US" sz="1800" spc="120"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marL="177800" marR="177800" marT="6350" marB="6350" anchor="ctr"/>
                </a:tc>
                <a:tc>
                  <a:txBody>
                    <a:bodyPr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Изучить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основы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SQL</a:t>
                      </a:r>
                      <a:endParaRPr lang="en-US" altLang="ru-RU" sz="1800" spc="120"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marL="177800" marR="177800" marT="6350" marB="6350" anchor="ctr"/>
                </a:tc>
              </a:tr>
              <a:tr h="1463675">
                <a:tc>
                  <a:txBody>
                    <a:bodyPr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Машинное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обучение</a:t>
                      </a:r>
                      <a:endParaRPr lang="en-US" altLang="en-US" sz="1800" spc="120"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marL="177800" marR="177800" marT="6350" marB="6350" anchor="ctr"/>
                </a:tc>
                <a:tc>
                  <a:txBody>
                    <a:bodyPr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Отсутствует</a:t>
                      </a:r>
                      <a:endParaRPr lang="en-US" altLang="en-US" sz="1800" spc="120"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marL="177800" marR="177800" marT="6350" marB="6350" anchor="ctr"/>
                </a:tc>
                <a:tc>
                  <a:txBody>
                    <a:bodyPr/>
                    <a:p>
                      <a:pPr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Изучить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теорию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и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применить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базовые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алгоритмы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в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учебных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 </a:t>
                      </a:r>
                      <a:r>
                        <a:rPr lang="en-US" altLang="en-US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проектах</a:t>
                      </a:r>
                      <a:r>
                        <a:rPr lang="en-US" altLang="ru-RU" sz="1800" spc="120"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</a:t>
                      </a:r>
                      <a:endParaRPr lang="en-US" altLang="ru-RU" sz="1800" spc="120"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marL="177800" marR="177800" marT="6350" marB="6350" anchor="ctr"/>
                </a:tc>
              </a:tr>
            </a:tbl>
          </a:graphicData>
        </a:graphic>
      </p:graphicFrame>
    </p:spTree>
  </p:cSld>
  <p:clrMapOvr>
    <a:masterClrMapping/>
  </p:clrMapOvr>
  <p:transition advTm="35480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altLang="en-US"/>
              <a:t>Мои</a:t>
            </a:r>
            <a:r>
              <a:rPr lang="en-US" altLang="ru-RU"/>
              <a:t> </a:t>
            </a:r>
            <a:r>
              <a:rPr lang="en-US" altLang="en-US"/>
              <a:t>цели</a:t>
            </a:r>
            <a:r>
              <a:rPr lang="en-US" altLang="ru-RU"/>
              <a:t> </a:t>
            </a:r>
            <a:r>
              <a:rPr lang="en-US" altLang="en-US"/>
              <a:t>на</a:t>
            </a:r>
            <a:r>
              <a:rPr lang="en-US" altLang="ru-RU"/>
              <a:t> </a:t>
            </a:r>
            <a:r>
              <a:rPr lang="en-US" altLang="en-US"/>
              <a:t>курс</a:t>
            </a:r>
            <a:endParaRPr lang="en-US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20000"/>
          </a:bodyPr>
          <a:p>
            <a:endParaRPr lang="en-US" altLang="en-US"/>
          </a:p>
          <a:p>
            <a:r>
              <a:rPr lang="en-US" altLang="en-US"/>
              <a:t>Цель</a:t>
            </a:r>
            <a:r>
              <a:rPr lang="en-US" altLang="ru-RU"/>
              <a:t> 1: </a:t>
            </a:r>
            <a:r>
              <a:rPr lang="en-US" altLang="en-US"/>
              <a:t>Что</a:t>
            </a:r>
            <a:r>
              <a:rPr lang="en-US" altLang="ru-RU"/>
              <a:t> — </a:t>
            </a:r>
            <a:r>
              <a:rPr lang="en-US" altLang="en-US"/>
              <a:t>Сделать</a:t>
            </a:r>
            <a:r>
              <a:rPr lang="en-US" altLang="ru-RU"/>
              <a:t> </a:t>
            </a:r>
            <a:r>
              <a:rPr lang="en-US" altLang="en-US"/>
              <a:t>мини</a:t>
            </a:r>
            <a:r>
              <a:rPr lang="en-US" altLang="ru-RU"/>
              <a:t>-</a:t>
            </a:r>
            <a:r>
              <a:rPr lang="en-US" altLang="en-US"/>
              <a:t>проект</a:t>
            </a:r>
            <a:r>
              <a:rPr lang="en-US" altLang="ru-RU"/>
              <a:t>, </a:t>
            </a:r>
            <a:r>
              <a:rPr lang="en-US" altLang="en-US"/>
              <a:t>который</a:t>
            </a:r>
            <a:r>
              <a:rPr lang="en-US" altLang="ru-RU"/>
              <a:t> </a:t>
            </a:r>
            <a:r>
              <a:rPr lang="en-US" altLang="en-US"/>
              <a:t>собирает</a:t>
            </a:r>
            <a:r>
              <a:rPr lang="en-US" altLang="ru-RU"/>
              <a:t> </a:t>
            </a:r>
            <a:r>
              <a:rPr lang="en-US" altLang="en-US"/>
              <a:t>данные</a:t>
            </a:r>
            <a:r>
              <a:rPr lang="en-US" altLang="ru-RU"/>
              <a:t> </a:t>
            </a:r>
            <a:r>
              <a:rPr lang="en-US" altLang="en-US"/>
              <a:t>из</a:t>
            </a:r>
            <a:r>
              <a:rPr lang="en-US" altLang="ru-RU"/>
              <a:t> </a:t>
            </a:r>
            <a:r>
              <a:rPr lang="en-US" altLang="en-US"/>
              <a:t>интернета</a:t>
            </a:r>
            <a:r>
              <a:rPr lang="en-US" altLang="ru-RU"/>
              <a:t> </a:t>
            </a:r>
            <a:r>
              <a:rPr lang="en-US" altLang="en-US"/>
              <a:t>и</a:t>
            </a:r>
            <a:r>
              <a:rPr lang="en-US" altLang="ru-RU"/>
              <a:t> </a:t>
            </a:r>
            <a:r>
              <a:rPr lang="en-US" altLang="en-US"/>
              <a:t>анализирует</a:t>
            </a:r>
            <a:r>
              <a:rPr lang="en-US" altLang="ru-RU"/>
              <a:t> </a:t>
            </a:r>
            <a:r>
              <a:rPr lang="en-US" altLang="en-US"/>
              <a:t>их</a:t>
            </a:r>
            <a:r>
              <a:rPr lang="en-US" altLang="ru-RU"/>
              <a:t>. </a:t>
            </a:r>
            <a:r>
              <a:rPr lang="en-US" altLang="en-US"/>
              <a:t>Чем</a:t>
            </a:r>
            <a:r>
              <a:rPr lang="en-US" altLang="ru-RU"/>
              <a:t> </a:t>
            </a:r>
            <a:r>
              <a:rPr lang="en-US" altLang="en-US"/>
              <a:t>измерю</a:t>
            </a:r>
            <a:r>
              <a:rPr lang="en-US" altLang="ru-RU"/>
              <a:t> — </a:t>
            </a:r>
            <a:r>
              <a:rPr lang="en-US" altLang="en-US"/>
              <a:t>Законченный</a:t>
            </a:r>
            <a:r>
              <a:rPr lang="en-US" altLang="ru-RU"/>
              <a:t> </a:t>
            </a:r>
            <a:r>
              <a:rPr lang="en-US" altLang="en-US"/>
              <a:t>проект</a:t>
            </a:r>
            <a:r>
              <a:rPr lang="en-US" altLang="ru-RU"/>
              <a:t> </a:t>
            </a:r>
            <a:r>
              <a:rPr lang="en-US" altLang="en-US"/>
              <a:t>на</a:t>
            </a:r>
            <a:r>
              <a:rPr lang="en-US" altLang="ru-RU"/>
              <a:t> GitHub. </a:t>
            </a:r>
            <a:r>
              <a:rPr lang="en-US" altLang="en-US"/>
              <a:t>К</a:t>
            </a:r>
            <a:r>
              <a:rPr lang="en-US" altLang="ru-RU"/>
              <a:t> </a:t>
            </a:r>
            <a:r>
              <a:rPr lang="en-US" altLang="en-US"/>
              <a:t>какому</a:t>
            </a:r>
            <a:r>
              <a:rPr lang="en-US" altLang="ru-RU"/>
              <a:t> </a:t>
            </a:r>
            <a:r>
              <a:rPr lang="en-US" altLang="en-US"/>
              <a:t>сроку</a:t>
            </a:r>
            <a:r>
              <a:rPr lang="en-US" altLang="ru-RU"/>
              <a:t> — </a:t>
            </a:r>
            <a:r>
              <a:rPr lang="en-US" altLang="en-US"/>
              <a:t>К</a:t>
            </a:r>
            <a:r>
              <a:rPr lang="en-US" altLang="ru-RU"/>
              <a:t> 28 </a:t>
            </a:r>
            <a:r>
              <a:rPr lang="en-US" altLang="en-US"/>
              <a:t>сентября</a:t>
            </a:r>
            <a:r>
              <a:rPr lang="en-US" altLang="ru-RU"/>
              <a:t> 2025 </a:t>
            </a:r>
            <a:r>
              <a:rPr lang="en-US" altLang="en-US"/>
              <a:t>года</a:t>
            </a:r>
            <a:r>
              <a:rPr lang="en-US" altLang="ru-RU"/>
              <a:t>.</a:t>
            </a:r>
            <a:endParaRPr lang="en-US" altLang="ru-RU"/>
          </a:p>
          <a:p>
            <a:endParaRPr lang="en-US" altLang="ru-RU"/>
          </a:p>
          <a:p>
            <a:r>
              <a:rPr lang="en-US" altLang="en-US"/>
              <a:t>Цель</a:t>
            </a:r>
            <a:r>
              <a:rPr lang="en-US" altLang="ru-RU"/>
              <a:t> 2: (</a:t>
            </a:r>
            <a:r>
              <a:rPr lang="en-US" altLang="en-US"/>
              <a:t>Что</a:t>
            </a:r>
            <a:r>
              <a:rPr lang="en-US" altLang="ru-RU"/>
              <a:t>) </a:t>
            </a:r>
            <a:r>
              <a:rPr lang="en-US" altLang="en-US"/>
              <a:t>Понять</a:t>
            </a:r>
            <a:r>
              <a:rPr lang="en-US" altLang="ru-RU"/>
              <a:t> </a:t>
            </a:r>
            <a:r>
              <a:rPr lang="en-US" altLang="en-US"/>
              <a:t>основы</a:t>
            </a:r>
            <a:r>
              <a:rPr lang="en-US" altLang="ru-RU"/>
              <a:t> SQL </a:t>
            </a:r>
            <a:r>
              <a:rPr lang="en-US" altLang="en-US"/>
              <a:t>для</a:t>
            </a:r>
            <a:r>
              <a:rPr lang="en-US" altLang="ru-RU"/>
              <a:t> </a:t>
            </a:r>
            <a:r>
              <a:rPr lang="en-US" altLang="en-US"/>
              <a:t>работы</a:t>
            </a:r>
            <a:r>
              <a:rPr lang="en-US" altLang="ru-RU"/>
              <a:t> </a:t>
            </a:r>
            <a:r>
              <a:rPr lang="en-US" altLang="en-US"/>
              <a:t>с</a:t>
            </a:r>
            <a:r>
              <a:rPr lang="en-US" altLang="ru-RU"/>
              <a:t> </a:t>
            </a:r>
            <a:r>
              <a:rPr lang="en-US" altLang="en-US"/>
              <a:t>данными</a:t>
            </a:r>
            <a:r>
              <a:rPr lang="en-US" altLang="ru-RU"/>
              <a:t>. (</a:t>
            </a:r>
            <a:r>
              <a:rPr lang="en-US" altLang="en-US"/>
              <a:t>Чем</a:t>
            </a:r>
            <a:r>
              <a:rPr lang="en-US" altLang="ru-RU"/>
              <a:t> </a:t>
            </a:r>
            <a:r>
              <a:rPr lang="en-US" altLang="en-US"/>
              <a:t>измерю</a:t>
            </a:r>
            <a:r>
              <a:rPr lang="en-US" altLang="ru-RU"/>
              <a:t>) </a:t>
            </a:r>
            <a:r>
              <a:rPr lang="en-US" altLang="en-US"/>
              <a:t>Успешно</a:t>
            </a:r>
            <a:r>
              <a:rPr lang="en-US" altLang="ru-RU"/>
              <a:t> </a:t>
            </a:r>
            <a:r>
              <a:rPr lang="en-US" altLang="en-US"/>
              <a:t>выполнить</a:t>
            </a:r>
            <a:r>
              <a:rPr lang="en-US" altLang="ru-RU"/>
              <a:t> 5-7 </a:t>
            </a:r>
            <a:r>
              <a:rPr lang="en-US" altLang="en-US"/>
              <a:t>учебных</a:t>
            </a:r>
            <a:r>
              <a:rPr lang="en-US" altLang="ru-RU"/>
              <a:t> </a:t>
            </a:r>
            <a:r>
              <a:rPr lang="en-US" altLang="en-US"/>
              <a:t>заданий</a:t>
            </a:r>
            <a:r>
              <a:rPr lang="en-US" altLang="ru-RU"/>
              <a:t>, </a:t>
            </a:r>
            <a:r>
              <a:rPr lang="en-US" altLang="en-US"/>
              <a:t>требующих</a:t>
            </a:r>
            <a:r>
              <a:rPr lang="en-US" altLang="ru-RU"/>
              <a:t> </a:t>
            </a:r>
            <a:r>
              <a:rPr lang="en-US" altLang="en-US"/>
              <a:t>работы</a:t>
            </a:r>
            <a:r>
              <a:rPr lang="en-US" altLang="ru-RU"/>
              <a:t> </a:t>
            </a:r>
            <a:r>
              <a:rPr lang="en-US" altLang="en-US"/>
              <a:t>с</a:t>
            </a:r>
            <a:r>
              <a:rPr lang="en-US" altLang="ru-RU"/>
              <a:t> </a:t>
            </a:r>
            <a:r>
              <a:rPr lang="en-US" altLang="en-US"/>
              <a:t>базами</a:t>
            </a:r>
            <a:r>
              <a:rPr lang="en-US" altLang="ru-RU"/>
              <a:t> </a:t>
            </a:r>
            <a:r>
              <a:rPr lang="en-US" altLang="en-US"/>
              <a:t>данных</a:t>
            </a:r>
            <a:r>
              <a:rPr lang="en-US" altLang="ru-RU"/>
              <a:t>. </a:t>
            </a:r>
            <a:r>
              <a:rPr lang="en-US" altLang="en-US"/>
              <a:t>К</a:t>
            </a:r>
            <a:r>
              <a:rPr lang="en-US" altLang="ru-RU"/>
              <a:t> </a:t>
            </a:r>
            <a:r>
              <a:rPr lang="en-US" altLang="en-US"/>
              <a:t>какому</a:t>
            </a:r>
            <a:r>
              <a:rPr lang="en-US" altLang="ru-RU"/>
              <a:t> </a:t>
            </a:r>
            <a:r>
              <a:rPr lang="en-US" altLang="en-US"/>
              <a:t>сроку</a:t>
            </a:r>
            <a:r>
              <a:rPr lang="en-US" altLang="ru-RU"/>
              <a:t> — </a:t>
            </a:r>
            <a:r>
              <a:rPr lang="en-US" altLang="en-US"/>
              <a:t>К</a:t>
            </a:r>
            <a:r>
              <a:rPr lang="en-US" altLang="ru-RU"/>
              <a:t> 28 </a:t>
            </a:r>
            <a:r>
              <a:rPr lang="en-US" altLang="en-US"/>
              <a:t>сентября</a:t>
            </a:r>
            <a:r>
              <a:rPr lang="en-US" altLang="ru-RU"/>
              <a:t> 2025 </a:t>
            </a:r>
            <a:r>
              <a:rPr lang="en-US" altLang="en-US"/>
              <a:t>года</a:t>
            </a:r>
            <a:r>
              <a:rPr lang="en-US" altLang="ru-RU"/>
              <a:t>.</a:t>
            </a:r>
            <a:endParaRPr lang="en-US" altLang="ru-RU"/>
          </a:p>
          <a:p>
            <a:endParaRPr lang="en-US" altLang="ru-RU"/>
          </a:p>
          <a:p>
            <a:r>
              <a:rPr lang="en-US" altLang="en-US"/>
              <a:t>Цель</a:t>
            </a:r>
            <a:r>
              <a:rPr lang="en-US" altLang="ru-RU"/>
              <a:t> 3: (</a:t>
            </a:r>
            <a:r>
              <a:rPr lang="en-US" altLang="en-US"/>
              <a:t>Что</a:t>
            </a:r>
            <a:r>
              <a:rPr lang="en-US" altLang="ru-RU"/>
              <a:t>) </a:t>
            </a:r>
            <a:r>
              <a:rPr lang="en-US" altLang="en-US"/>
              <a:t>Сделать</a:t>
            </a:r>
            <a:r>
              <a:rPr lang="en-US" altLang="ru-RU"/>
              <a:t> </a:t>
            </a:r>
            <a:r>
              <a:rPr lang="en-US" altLang="en-US"/>
              <a:t>2</a:t>
            </a:r>
            <a:r>
              <a:rPr lang="en-US" altLang="ru-RU"/>
              <a:t>-</a:t>
            </a:r>
            <a:r>
              <a:rPr lang="en-US" altLang="en-US"/>
              <a:t>3</a:t>
            </a:r>
            <a:r>
              <a:rPr lang="en-US" altLang="ru-RU"/>
              <a:t> </a:t>
            </a:r>
            <a:r>
              <a:rPr lang="en-US" altLang="en-US"/>
              <a:t>проекта</a:t>
            </a:r>
            <a:r>
              <a:rPr lang="en-US" altLang="ru-RU"/>
              <a:t>, </a:t>
            </a:r>
            <a:r>
              <a:rPr lang="en-US" altLang="en-US"/>
              <a:t>связанных</a:t>
            </a:r>
            <a:r>
              <a:rPr lang="en-US" altLang="ru-RU"/>
              <a:t> </a:t>
            </a:r>
            <a:r>
              <a:rPr lang="en-US" altLang="en-US"/>
              <a:t>с</a:t>
            </a:r>
            <a:r>
              <a:rPr lang="en-US" altLang="ru-RU"/>
              <a:t> </a:t>
            </a:r>
            <a:r>
              <a:rPr lang="en-US" altLang="en-US"/>
              <a:t>финансовой</a:t>
            </a:r>
            <a:r>
              <a:rPr lang="en-US" altLang="ru-RU"/>
              <a:t> </a:t>
            </a:r>
            <a:r>
              <a:rPr lang="en-US" altLang="en-US"/>
              <a:t>сферой</a:t>
            </a:r>
            <a:r>
              <a:rPr lang="en-US" altLang="ru-RU"/>
              <a:t>, </a:t>
            </a:r>
            <a:r>
              <a:rPr lang="en-US" altLang="en-US"/>
              <a:t>используя</a:t>
            </a:r>
            <a:r>
              <a:rPr lang="en-US" altLang="ru-RU"/>
              <a:t> </a:t>
            </a:r>
            <a:r>
              <a:rPr lang="en-US" altLang="en-US"/>
              <a:t>полученные</a:t>
            </a:r>
            <a:r>
              <a:rPr lang="en-US" altLang="ru-RU"/>
              <a:t> </a:t>
            </a:r>
            <a:r>
              <a:rPr lang="en-US" altLang="en-US"/>
              <a:t>на</a:t>
            </a:r>
            <a:r>
              <a:rPr lang="en-US" altLang="ru-RU"/>
              <a:t> </a:t>
            </a:r>
            <a:r>
              <a:rPr lang="en-US" altLang="en-US"/>
              <a:t>курсе</a:t>
            </a:r>
            <a:r>
              <a:rPr lang="en-US" altLang="ru-RU"/>
              <a:t> </a:t>
            </a:r>
            <a:r>
              <a:rPr lang="en-US" altLang="en-US"/>
              <a:t>навыки</a:t>
            </a:r>
            <a:r>
              <a:rPr lang="en-US" altLang="ru-RU"/>
              <a:t>. (</a:t>
            </a:r>
            <a:r>
              <a:rPr lang="en-US" altLang="en-US"/>
              <a:t>Чем</a:t>
            </a:r>
            <a:r>
              <a:rPr lang="en-US" altLang="ru-RU"/>
              <a:t> </a:t>
            </a:r>
            <a:r>
              <a:rPr lang="en-US" altLang="en-US"/>
              <a:t>измерю</a:t>
            </a:r>
            <a:r>
              <a:rPr lang="en-US" altLang="ru-RU"/>
              <a:t>) </a:t>
            </a:r>
            <a:r>
              <a:rPr lang="en-US" altLang="en-US"/>
              <a:t>Разместить</a:t>
            </a:r>
            <a:r>
              <a:rPr lang="en-US" altLang="ru-RU"/>
              <a:t> </a:t>
            </a:r>
            <a:r>
              <a:rPr lang="en-US" altLang="en-US"/>
              <a:t>проекты</a:t>
            </a:r>
            <a:r>
              <a:rPr lang="en-US" altLang="ru-RU"/>
              <a:t> </a:t>
            </a:r>
            <a:r>
              <a:rPr lang="en-US" altLang="en-US"/>
              <a:t>в</a:t>
            </a:r>
            <a:r>
              <a:rPr lang="en-US" altLang="ru-RU"/>
              <a:t> </a:t>
            </a:r>
            <a:r>
              <a:rPr lang="en-US" altLang="en-US"/>
              <a:t>своём</a:t>
            </a:r>
            <a:r>
              <a:rPr lang="en-US" altLang="ru-RU"/>
              <a:t> </a:t>
            </a:r>
            <a:r>
              <a:rPr lang="en-US" altLang="en-US"/>
              <a:t>портфолио</a:t>
            </a:r>
            <a:r>
              <a:rPr lang="en-US" altLang="ru-RU"/>
              <a:t>. </a:t>
            </a:r>
            <a:r>
              <a:rPr lang="en-US" altLang="en-US"/>
              <a:t>К</a:t>
            </a:r>
            <a:r>
              <a:rPr lang="en-US" altLang="ru-RU"/>
              <a:t> </a:t>
            </a:r>
            <a:r>
              <a:rPr lang="en-US" altLang="en-US"/>
              <a:t>какому</a:t>
            </a:r>
            <a:r>
              <a:rPr lang="en-US" altLang="ru-RU"/>
              <a:t> </a:t>
            </a:r>
            <a:r>
              <a:rPr lang="en-US" altLang="en-US"/>
              <a:t>сроку</a:t>
            </a:r>
            <a:r>
              <a:rPr lang="" altLang="en-US"/>
              <a:t> </a:t>
            </a:r>
            <a:r>
              <a:rPr lang="en-US" altLang="ru-RU">
                <a:sym typeface="+mn-ea"/>
              </a:rPr>
              <a:t>—</a:t>
            </a:r>
            <a:r>
              <a:rPr lang="en-US" altLang="ru-RU"/>
              <a:t> </a:t>
            </a:r>
            <a:r>
              <a:rPr lang="en-US" altLang="en-US"/>
              <a:t>К</a:t>
            </a:r>
            <a:r>
              <a:rPr lang="en-US" altLang="ru-RU"/>
              <a:t> </a:t>
            </a:r>
            <a:r>
              <a:rPr lang="en-US" altLang="en-US"/>
              <a:t>концу</a:t>
            </a:r>
            <a:r>
              <a:rPr lang="en-US" altLang="ru-RU"/>
              <a:t> </a:t>
            </a:r>
            <a:r>
              <a:rPr lang="en-US" altLang="en-US"/>
              <a:t>курса</a:t>
            </a:r>
            <a:r>
              <a:rPr lang="en-US" altLang="ru-RU"/>
              <a:t>.</a:t>
            </a:r>
            <a:endParaRPr lang="en-US" altLang="ru-RU"/>
          </a:p>
        </p:txBody>
      </p:sp>
    </p:spTree>
  </p:cSld>
  <p:clrMapOvr>
    <a:masterClrMapping/>
  </p:clrMapOvr>
  <p:transition advTm="71179"/>
</p:sld>
</file>

<file path=ppt/tags/tag1.xml><?xml version="1.0" encoding="utf-8"?>
<p:tagLst xmlns:p="http://schemas.openxmlformats.org/presentationml/2006/main">
  <p:tag name="TABLE_ENDDRAG_ORIGIN_RECT" val="689*249"/>
  <p:tag name="TABLE_ENDDRAG_RECT" val="45*196*689*249"/>
  <p:tag name="TABLE_AUTOADJUST_FLAG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1880</Words>
  <Application>WPS Presentation</Application>
  <PresentationFormat>宽屏</PresentationFormat>
  <Paragraphs>67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5" baseType="lpstr">
      <vt:lpstr>Arial</vt:lpstr>
      <vt:lpstr>SimSun</vt:lpstr>
      <vt:lpstr>Wingdings</vt:lpstr>
      <vt:lpstr>Calibri Light</vt:lpstr>
      <vt:lpstr>Microsoft YaHei</vt:lpstr>
      <vt:lpstr>Arial Unicode MS</vt:lpstr>
      <vt:lpstr>Calibri</vt:lpstr>
      <vt:lpstr>Manrope ExtraBold</vt:lpstr>
      <vt:lpstr>Lato</vt:lpstr>
      <vt:lpstr>Office Theme</vt:lpstr>
      <vt:lpstr> Кто я сейчас Алмазов Арсен Алмазович: от склада к данным  </vt:lpstr>
      <vt:lpstr>Заголовок: Мой технический арсенал</vt:lpstr>
      <vt:lpstr>Целевая роль и рынок</vt:lpstr>
      <vt:lpstr>Гэп-анализ: что нужно подтянуть</vt:lpstr>
      <vt:lpstr>Мои цели на курс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arsen</dc:creator>
  <cp:lastModifiedBy>arsen</cp:lastModifiedBy>
  <cp:revision>4</cp:revision>
  <dcterms:created xsi:type="dcterms:W3CDTF">2025-08-26T16:54:00Z</dcterms:created>
  <dcterms:modified xsi:type="dcterms:W3CDTF">2025-08-28T10:28:02Z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1049-12.2.0.21931</vt:lpwstr>
  </property>
  <property fmtid="{D5CDD505-2E9C-101B-9397-08002B2CF9AE}" pid="3" name="ICV">
    <vt:lpwstr>A760559EF13B4010AA0476FB5AE67980_11</vt:lpwstr>
  </property>
</Properties>
</file>