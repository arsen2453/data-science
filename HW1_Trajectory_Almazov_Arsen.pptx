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3"/>
    <p:sldId id="257" r:id="rId4"/>
    <p:sldId id="258" r:id="rId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19860" y="623570"/>
            <a:ext cx="9220835" cy="1873885"/>
          </a:xfrm>
        </p:spPr>
        <p:txBody>
          <a:bodyPr>
            <a:normAutofit/>
          </a:bodyPr>
          <a:p>
            <a:pPr>
              <a:lnSpc>
                <a:spcPct val="100000"/>
              </a:lnSpc>
            </a:pPr>
            <a:r>
              <a:rPr lang="en-US" altLang="ru-RU" sz="3200" b="1"/>
              <a:t> </a:t>
            </a:r>
            <a:r>
              <a:rPr lang="en-US" altLang="en-US" sz="3200" b="1"/>
              <a:t>Кто</a:t>
            </a:r>
            <a:r>
              <a:rPr lang="en-US" altLang="ru-RU" sz="3200" b="1"/>
              <a:t> </a:t>
            </a:r>
            <a:r>
              <a:rPr lang="en-US" altLang="en-US" sz="3200" b="1"/>
              <a:t>я</a:t>
            </a:r>
            <a:r>
              <a:rPr lang="en-US" altLang="ru-RU" sz="3200" b="1"/>
              <a:t> </a:t>
            </a:r>
            <a:r>
              <a:rPr lang="en-US" altLang="en-US" sz="3200" b="1"/>
              <a:t>сейчас</a:t>
            </a:r>
            <a:br>
              <a:rPr lang="en-US" altLang="en-US" sz="3200" b="1"/>
            </a:br>
            <a:r>
              <a:rPr lang="en-US" altLang="en-US" sz="3200" b="1"/>
              <a:t>Заголовок</a:t>
            </a:r>
            <a:r>
              <a:rPr lang="en-US" altLang="ru-RU" sz="3200" b="1"/>
              <a:t>: </a:t>
            </a:r>
            <a:r>
              <a:rPr lang="en-US" altLang="en-US" sz="3200" b="1"/>
              <a:t>Арсен</a:t>
            </a:r>
            <a:r>
              <a:rPr lang="en-US" altLang="ru-RU" sz="3200" b="1"/>
              <a:t> </a:t>
            </a:r>
            <a:r>
              <a:rPr lang="en-US" altLang="en-US" sz="3200" b="1"/>
              <a:t>Алмазов</a:t>
            </a:r>
            <a:r>
              <a:rPr lang="en-US" altLang="ru-RU" sz="3200" b="1"/>
              <a:t>: </a:t>
            </a:r>
            <a:r>
              <a:rPr lang="en-US" altLang="en-US" sz="3200" b="1"/>
              <a:t>от</a:t>
            </a:r>
            <a:r>
              <a:rPr lang="en-US" altLang="ru-RU" sz="3200" b="1"/>
              <a:t> </a:t>
            </a:r>
            <a:r>
              <a:rPr lang="en-US" altLang="en-US" sz="3200" b="1"/>
              <a:t>склада</a:t>
            </a:r>
            <a:r>
              <a:rPr lang="en-US" altLang="ru-RU" sz="3200" b="1"/>
              <a:t> </a:t>
            </a:r>
            <a:r>
              <a:rPr lang="en-US" altLang="en-US" sz="3200" b="1"/>
              <a:t>к</a:t>
            </a:r>
            <a:r>
              <a:rPr lang="en-US" altLang="ru-RU" sz="3200" b="1"/>
              <a:t> </a:t>
            </a:r>
            <a:r>
              <a:rPr lang="en-US" altLang="en-US" sz="3200" b="1"/>
              <a:t>данным</a:t>
            </a:r>
            <a:br>
              <a:rPr lang="en-US" altLang="en-US" sz="1780"/>
            </a:br>
            <a:br>
              <a:rPr lang="en-US" altLang="ru-RU" sz="1780"/>
            </a:br>
            <a:endParaRPr lang="en-US" altLang="ru-RU" sz="178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19860" y="2497455"/>
            <a:ext cx="9221470" cy="3695065"/>
          </a:xfrm>
        </p:spPr>
        <p:txBody>
          <a:bodyPr>
            <a:noAutofit/>
          </a:bodyPr>
          <a:p>
            <a:r>
              <a:rPr lang="en-US" altLang="en-US" sz="2300" b="1">
                <a:solidFill>
                  <a:schemeClr val="tx1"/>
                </a:solidFill>
                <a:sym typeface="+mn-ea"/>
              </a:rPr>
              <a:t>Содержание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:</a:t>
            </a:r>
            <a:br>
              <a:rPr lang="en-US" altLang="ru-RU" sz="2300" b="1">
                <a:solidFill>
                  <a:schemeClr val="tx1"/>
                </a:solidFill>
                <a:sym typeface="+mn-ea"/>
              </a:rPr>
            </a:br>
            <a:br>
              <a:rPr lang="en-US" altLang="ru-RU" sz="2300" b="1">
                <a:solidFill>
                  <a:schemeClr val="tx1"/>
                </a:solidFill>
                <a:sym typeface="+mn-ea"/>
              </a:rPr>
            </a:br>
            <a:r>
              <a:rPr lang="en-US" altLang="en-US" sz="2300" b="1">
                <a:solidFill>
                  <a:schemeClr val="tx1"/>
                </a:solidFill>
                <a:sym typeface="+mn-ea"/>
              </a:rPr>
              <a:t>Кто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я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: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Мне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25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лет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,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я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изучаю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Python.</a:t>
            </a:r>
            <a:br>
              <a:rPr lang="en-US" altLang="ru-RU" sz="2300" b="1">
                <a:solidFill>
                  <a:schemeClr val="tx1"/>
                </a:solidFill>
                <a:sym typeface="+mn-ea"/>
              </a:rPr>
            </a:br>
            <a:br>
              <a:rPr lang="en-US" altLang="ru-RU" sz="2300" b="1">
                <a:solidFill>
                  <a:schemeClr val="tx1"/>
                </a:solidFill>
                <a:sym typeface="+mn-ea"/>
              </a:rPr>
            </a:br>
            <a:r>
              <a:rPr lang="en-US" altLang="en-US" sz="2300" b="1">
                <a:solidFill>
                  <a:schemeClr val="tx1"/>
                </a:solidFill>
                <a:sym typeface="+mn-ea"/>
              </a:rPr>
              <a:t>Опыт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: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У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меня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есть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опыт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работы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помощником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кладовщика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на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складе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молочной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продукции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.</a:t>
            </a:r>
            <a:br>
              <a:rPr lang="en-US" altLang="ru-RU" sz="2300" b="1">
                <a:solidFill>
                  <a:schemeClr val="tx1"/>
                </a:solidFill>
                <a:sym typeface="+mn-ea"/>
              </a:rPr>
            </a:br>
            <a:br>
              <a:rPr lang="en-US" altLang="ru-RU" sz="2300" b="1">
                <a:solidFill>
                  <a:schemeClr val="tx1"/>
                </a:solidFill>
                <a:sym typeface="+mn-ea"/>
              </a:rPr>
            </a:br>
            <a:r>
              <a:rPr lang="en-US" altLang="en-US" sz="2300" b="1">
                <a:solidFill>
                  <a:schemeClr val="tx1"/>
                </a:solidFill>
                <a:sym typeface="+mn-ea"/>
              </a:rPr>
              <a:t>Мотивация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: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Я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увидел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,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как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много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данных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генерируется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в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реальных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процессах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,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и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понял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,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что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их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можно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использовать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для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улучшения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эффективности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.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Это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побудило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меня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перейти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в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сферу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данных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,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чтобы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делать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системы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умнее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и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принимать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более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точные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300" b="1">
                <a:solidFill>
                  <a:schemeClr val="tx1"/>
                </a:solidFill>
                <a:sym typeface="+mn-ea"/>
              </a:rPr>
              <a:t>решения</a:t>
            </a:r>
            <a:r>
              <a:rPr lang="en-US" altLang="ru-RU" sz="2300" b="1">
                <a:solidFill>
                  <a:schemeClr val="tx1"/>
                </a:solidFill>
                <a:sym typeface="+mn-ea"/>
              </a:rPr>
              <a:t>.</a:t>
            </a:r>
            <a:endParaRPr lang="en-US" altLang="ru-RU" sz="2300" b="1">
              <a:solidFill>
                <a:schemeClr val="tx1"/>
              </a:solidFill>
            </a:endParaRPr>
          </a:p>
          <a:p>
            <a:endParaRPr lang="en-US" altLang="ru-RU" sz="23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pPr algn="ctr">
              <a:lnSpc>
                <a:spcPct val="120000"/>
              </a:lnSpc>
            </a:pPr>
            <a:r>
              <a:rPr lang="en-US" altLang="en-US">
                <a:sym typeface="+mn-ea"/>
              </a:rPr>
              <a:t>Заголовок</a:t>
            </a:r>
            <a:r>
              <a:rPr lang="en-US" altLang="ru-RU">
                <a:sym typeface="+mn-ea"/>
              </a:rPr>
              <a:t>: </a:t>
            </a:r>
            <a:r>
              <a:rPr lang="en-US" altLang="en-US">
                <a:sym typeface="+mn-ea"/>
              </a:rPr>
              <a:t>Мой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технический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арсенал</a:t>
            </a:r>
            <a:endParaRPr lang="en-US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endParaRPr lang="en-US" altLang="ru-RU"/>
          </a:p>
          <a:p>
            <a:r>
              <a:rPr lang="en-US" altLang="ru-RU"/>
              <a:t>Python: </a:t>
            </a:r>
            <a:r>
              <a:rPr lang="en-US" altLang="en-US"/>
              <a:t>Знаю</a:t>
            </a:r>
            <a:r>
              <a:rPr lang="en-US" altLang="ru-RU"/>
              <a:t> </a:t>
            </a:r>
            <a:r>
              <a:rPr lang="en-US" altLang="en-US"/>
              <a:t>основы</a:t>
            </a:r>
            <a:r>
              <a:rPr lang="en-US" altLang="ru-RU"/>
              <a:t> </a:t>
            </a:r>
            <a:r>
              <a:rPr lang="en-US" altLang="en-US"/>
              <a:t>языка</a:t>
            </a:r>
            <a:r>
              <a:rPr lang="en-US" altLang="ru-RU"/>
              <a:t>, </a:t>
            </a:r>
            <a:r>
              <a:rPr lang="en-US" altLang="en-US"/>
              <a:t>умею</a:t>
            </a:r>
            <a:r>
              <a:rPr lang="en-US" altLang="ru-RU"/>
              <a:t> </a:t>
            </a:r>
            <a:r>
              <a:rPr lang="en-US" altLang="en-US"/>
              <a:t>работать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функциями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структурами</a:t>
            </a:r>
            <a:r>
              <a:rPr lang="en-US" altLang="ru-RU"/>
              <a:t> </a:t>
            </a:r>
            <a:r>
              <a:rPr lang="en-US" altLang="en-US"/>
              <a:t>данных</a:t>
            </a:r>
            <a:r>
              <a:rPr lang="en-US" altLang="ru-RU"/>
              <a:t>. </a:t>
            </a:r>
            <a:r>
              <a:rPr lang="en-US" altLang="en-US"/>
              <a:t>Практикуюсь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" altLang="ru-RU"/>
              <a:t>простых задачах</a:t>
            </a:r>
            <a:r>
              <a:rPr lang="en-US" altLang="ru-RU"/>
              <a:t>.</a:t>
            </a:r>
            <a:endParaRPr lang="en-US" altLang="ru-RU"/>
          </a:p>
          <a:p>
            <a:endParaRPr lang="en-US" altLang="ru-RU"/>
          </a:p>
          <a:p>
            <a:r>
              <a:rPr lang="en-US" altLang="ru-RU"/>
              <a:t>Web: </a:t>
            </a:r>
            <a:r>
              <a:rPr lang="en-US" altLang="en-US"/>
              <a:t>Базовые</a:t>
            </a:r>
            <a:r>
              <a:rPr lang="en-US" altLang="ru-RU"/>
              <a:t> </a:t>
            </a:r>
            <a:r>
              <a:rPr lang="en-US" altLang="en-US"/>
              <a:t>навыки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HTML, CSS </a:t>
            </a:r>
            <a:r>
              <a:rPr lang="en-US" altLang="en-US"/>
              <a:t>и</a:t>
            </a:r>
            <a:r>
              <a:rPr lang="en-US" altLang="ru-RU"/>
              <a:t> JavaScript.</a:t>
            </a:r>
            <a:endParaRPr lang="en-US" altLang="ru-RU"/>
          </a:p>
          <a:p>
            <a:endParaRPr lang="en-US" altLang="ru-RU"/>
          </a:p>
          <a:p>
            <a:r>
              <a:rPr lang="en-US" altLang="en-US"/>
              <a:t>Ссылка</a:t>
            </a:r>
            <a:r>
              <a:rPr lang="en-US" altLang="ru-RU"/>
              <a:t> </a:t>
            </a:r>
            <a:r>
              <a:rPr lang="en-US" altLang="en-US"/>
              <a:t>на</a:t>
            </a:r>
            <a:r>
              <a:rPr lang="en-US" altLang="ru-RU"/>
              <a:t> GitHub:</a:t>
            </a:r>
            <a:endParaRPr lang="en-US" altLang="ru-RU"/>
          </a:p>
          <a:p>
            <a:r>
              <a:rPr lang="en-US" altLang="ru-RU"/>
              <a:t>https://github.com/Arsen2453</a:t>
            </a:r>
            <a:endParaRPr lang="en-US" altLang="ru-RU"/>
          </a:p>
          <a:p>
            <a:r>
              <a:rPr lang="en-US" altLang="ru-RU"/>
              <a:t>https://arsen2453.github.io/Vegefoods/</a:t>
            </a:r>
            <a:endParaRPr lang="en-US" altLang="ru-RU"/>
          </a:p>
          <a:p>
            <a:r>
              <a:rPr lang="en-US" altLang="ru-RU"/>
              <a:t>https://arsen2453.github.io/Gamer/</a:t>
            </a:r>
            <a:endParaRPr lang="en-US" altLang="ru-RU"/>
          </a:p>
          <a:p>
            <a:r>
              <a:rPr lang="en-US" altLang="ru-RU"/>
              <a:t>https://arsen2453.github.io/Breakout/</a:t>
            </a:r>
            <a:endParaRPr lang="en-US" altLang="ru-RU"/>
          </a:p>
          <a:p>
            <a:r>
              <a:rPr lang="en-US" altLang="ru-RU"/>
              <a:t>https://arsen2453.github.io/Arsenal/</a:t>
            </a:r>
            <a:endParaRPr lang="en-US" altLang="ru-RU"/>
          </a:p>
          <a:p>
            <a:endParaRPr lang="en-US" altLang="ru-RU"/>
          </a:p>
        </p:txBody>
      </p:sp>
      <p:pic>
        <p:nvPicPr>
          <p:cNvPr id="4" name="Изображение 3" descr="fra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3625" y="3125470"/>
            <a:ext cx="2887345" cy="28873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807</Words>
  <Application>WPS Presentation</Application>
  <PresentationFormat>宽屏</PresentationFormat>
  <Paragraphs>19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SimSun</vt:lpstr>
      <vt:lpstr>Wingdings</vt:lpstr>
      <vt:lpstr>Calibri Light</vt:lpstr>
      <vt:lpstr>Arial Unicode MS</vt:lpstr>
      <vt:lpstr>Microsoft YaHei</vt:lpstr>
      <vt:lpstr>Calibri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arsen</dc:creator>
  <cp:lastModifiedBy>Arsen Xl</cp:lastModifiedBy>
  <cp:revision>2</cp:revision>
  <dcterms:created xsi:type="dcterms:W3CDTF">2025-08-26T16:54:31Z</dcterms:created>
  <dcterms:modified xsi:type="dcterms:W3CDTF">2025-08-27T11:55:12Z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1049-12.2.0.21931</vt:lpwstr>
  </property>
  <property fmtid="{D5CDD505-2E9C-101B-9397-08002B2CF9AE}" pid="3" name="ICV">
    <vt:lpwstr>A760559EF13B4010AA0476FB5AE67980_11</vt:lpwstr>
  </property>
</Properties>
</file>